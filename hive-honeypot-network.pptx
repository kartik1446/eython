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731520" y="1280160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FFFF"/>
                </a:solidFill>
              </a:rPr>
              <a:t>HIVE</a:t>
            </a:r>
            <a:endParaRPr lang="en-US" sz="6400" dirty="0"/>
          </a:p>
        </p:txBody>
      </p:sp>
      <p:sp>
        <p:nvSpPr>
          <p:cNvPr id="4" name="Text 2"/>
          <p:cNvSpPr txBox="1"/>
          <p:nvPr/>
        </p:nvSpPr>
        <p:spPr>
          <a:xfrm>
            <a:off x="731520" y="22860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F59E0B"/>
                </a:solidFill>
              </a:rPr>
              <a:t>Multi-Protocol Honeypot Network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731520" y="292608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94A3B8"/>
                </a:solidFill>
              </a:rPr>
              <a:t>Simulates six real services, captures attacker behavior, maps to MITRE ATT&amp;CK, extracts IOCs, and visualizes it all in a real-time dashboard.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Go 1.25  •  React 19  •  Docker  •  AGPL-3.0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What It Does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From raw attacker traffic to actionable threat intelligence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060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664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Simulate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2057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6 services: SSH, HTTP, FTP, SMB, MySQL, Redis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554480"/>
            <a:ext cx="26060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664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Capture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2057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Credentials, commands, uploads, scan patterns, tool fingerprints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554480"/>
            <a:ext cx="26060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66420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Detect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205740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27 MITRE ATT&amp;CK techniques across 8 tactics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46120"/>
            <a:ext cx="26060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33558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Extract IOCs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IPs, URLs, domains, user-agents, credentials with confidence scoring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3246120"/>
            <a:ext cx="26060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33558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Export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STIX 2.1 bundles and blocklists (iptables, nginx, CSV, plain)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3246120"/>
            <a:ext cx="2606040" cy="150876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335584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Visualize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749040"/>
            <a:ext cx="2240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Live WebSocket dashboard, attack maps, heatmaps, SSH session replay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Architecture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Event-driven: services publish, a worker pool processes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371600" cy="640080"/>
          </a:xfrm>
          <a:prstGeom prst="rect">
            <a:avLst/>
          </a:prstGeom>
          <a:solidFill>
            <a:srgbClr val="EF4444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Attackers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377440" y="1508760"/>
            <a:ext cx="23774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377440" y="150876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6 honeypots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sshd • httpd • ftpd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smbd • mysqld • redisd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303520" y="1645920"/>
            <a:ext cx="13716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303520" y="164592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Event Bus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(fan-out pub/sub)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7223760" y="1508760"/>
            <a:ext cx="1463040" cy="91440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223760" y="1508760"/>
            <a:ext cx="1463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Processor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4 workers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1828800" y="196596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0" y="196596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675120" y="196596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6" name="Text 14"/>
          <p:cNvSpPr txBox="1"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Processor stages: GeoIP  →  MITRE detection  →  Store (PostgreSQL + Redis)  →  Stream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955280" y="2423160"/>
            <a:ext cx="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377440" y="3200400"/>
            <a:ext cx="274320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377440" y="320040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REST API (Chi :8000) + WebSocket /ws/events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0" y="3200400"/>
            <a:ext cx="3017520" cy="640080"/>
          </a:xfrm>
          <a:prstGeom prst="rect">
            <a:avLst/>
          </a:prstGeom>
          <a:solidFill>
            <a:srgbClr val="1E293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9280" y="320040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React 19 + TypeScript dashboard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3520440"/>
            <a:ext cx="548640" cy="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  <a:tailEnd type="triangle"/>
          </a:ln>
        </p:spPr>
      </p:sp>
      <p:sp>
        <p:nvSpPr>
          <p:cNvPr id="23" name="Text 21"/>
          <p:cNvSpPr txBox="1"/>
          <p:nvPr/>
        </p:nvSpPr>
        <p:spPr>
          <a:xfrm>
            <a:off x="457200" y="41148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</a:rPr>
              <a:t>Dashboard views: events, sessions, MITRE heatmap, intel export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Six Simulated Services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Each emulates enough protocol to keep attackers engaged</a:t>
            </a:r>
            <a:endParaRPr lang="en-US" sz="1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554480"/>
          <a:ext cx="822960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22960"/>
                <a:gridCol w="621792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Service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</a:rPr>
                        <a:t>Interaction depth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SSH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2222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Fake shell with filesystem, 25+ commands, session recording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HTTP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8080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WordPress / phpMyAdmin fakes, scanner detection, path traps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FTP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2121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AUTH + PASV data channel, upload capture (1 MB cap)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SMB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4450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NetBIOS framing, negotiate response, SMB1/SMB2 detection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MySQL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3307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Binary wire protocol greeting, auth capture, queries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Redis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6380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2E8F0"/>
                          </a:solidFill>
                        </a:rPr>
                        <a:t>RESP: PING / AUTH / INFO / CONFIG / SET / GET / KEYS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F172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MITRE ATT&amp;CK Coverage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005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4A3B8"/>
                </a:solidFill>
              </a:rPr>
              <a:t>27 techniques across 8 tactics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26060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5727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Reconnaissance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T1595, T1595.002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46120" y="1463040"/>
            <a:ext cx="26060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29000" y="15727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Initial Access</a:t>
            </a:r>
            <a:endParaRPr lang="en-US" sz="1500" dirty="0"/>
          </a:p>
        </p:txBody>
      </p:sp>
      <p:sp>
        <p:nvSpPr>
          <p:cNvPr id="10" name="Text 8"/>
          <p:cNvSpPr txBox="1"/>
          <p:nvPr/>
        </p:nvSpPr>
        <p:spPr>
          <a:xfrm>
            <a:off x="342900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T1078, T1190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35040" y="1463040"/>
            <a:ext cx="26060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17920" y="157276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Execution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6217920" y="196596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T1059.004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2514600"/>
            <a:ext cx="26060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40080" y="2624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Persistence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T1053.003, T1543.002, T1098.004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3246120" y="2514600"/>
            <a:ext cx="26060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3429000" y="2624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Credential Access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342900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T1110, .001, .003, T1552.001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035040" y="2514600"/>
            <a:ext cx="26060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17920" y="262432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Discovery</a:t>
            </a:r>
            <a:endParaRPr lang="en-US" sz="1500" dirty="0"/>
          </a:p>
        </p:txBody>
      </p:sp>
      <p:sp>
        <p:nvSpPr>
          <p:cNvPr id="22" name="Text 20"/>
          <p:cNvSpPr txBox="1"/>
          <p:nvPr/>
        </p:nvSpPr>
        <p:spPr>
          <a:xfrm>
            <a:off x="6217920" y="301752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T1082, T1083, T1046, T1018, T1049, T1016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26060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40080" y="3675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Lateral Movement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" y="4069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T1021.004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246120" y="3566160"/>
            <a:ext cx="26060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429000" y="3675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Command &amp; Control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3429000" y="4069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T1105, T1071.001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035040" y="3566160"/>
            <a:ext cx="2606040" cy="960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217920" y="3675888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Impact</a:t>
            </a:r>
            <a:endParaRPr lang="en-US" sz="1500" dirty="0"/>
          </a:p>
        </p:txBody>
      </p:sp>
      <p:sp>
        <p:nvSpPr>
          <p:cNvPr id="31" name="Text 29"/>
          <p:cNvSpPr txBox="1"/>
          <p:nvPr/>
        </p:nvSpPr>
        <p:spPr>
          <a:xfrm>
            <a:off x="6217920" y="40690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T1496, T1485, T1489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457200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Two strategies: single-event matching (command → technique) and sliding windows (5+ auth attempts in 5 min → T1110; 3+ services in 60 s → T1046).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Stack and API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0233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Backend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783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Go 1.25, Chi v5, pgxpool, go-redis, zerolog, Cobra CLI, nhooyr websocket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2423160"/>
            <a:ext cx="40233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2532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Frontend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React 19, TypeScript, Vite 6, TanStack Query, Zustand, Recharts, xterm.js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1005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40080" y="3675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Infrastructure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40690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Docker Compose, PostgreSQL 17, Redis 7.4, nginx, multi-stage builds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1280160"/>
            <a:ext cx="4023360" cy="329184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46320" y="1389888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Key endpoints</a:t>
            </a:r>
            <a:endParaRPr lang="en-US" sz="1500" dirty="0"/>
          </a:p>
        </p:txBody>
      </p:sp>
      <p:sp>
        <p:nvSpPr>
          <p:cNvPr id="15" name="Text 13"/>
          <p:cNvSpPr txBox="1"/>
          <p:nvPr/>
        </p:nvSpPr>
        <p:spPr>
          <a:xfrm>
            <a:off x="4846320" y="1783080"/>
            <a:ext cx="3657600" cy="2697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/api/stats/overview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/api/events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/api/sessions/{id}/replay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/api/mitre/heatmap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/api/iocs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/api/iocs/export/stix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GET /api/iocs/export/blocklist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 /ws/events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Quick Start and Responsible Use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868680"/>
            <a:ext cx="73152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1280160"/>
            <a:ext cx="4754880" cy="2103120"/>
          </a:xfrm>
          <a:prstGeom prst="rect">
            <a:avLst/>
          </a:prstGeom>
          <a:solidFill>
            <a:srgbClr val="020617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37160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 clone &lt;repo&gt; &amp;&amp; cd honeypot-network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 .env.example .env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-f dev.compose.yml up -d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dashboard: http://localhost:3000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6EFA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ssh root@localhost -p 2222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0" y="1280160"/>
            <a:ext cx="3200400" cy="2103120"/>
          </a:xfrm>
          <a:prstGeom prst="rect">
            <a:avLst/>
          </a:prstGeom>
          <a:solidFill>
            <a:srgbClr val="1E293B"/>
          </a:solidFill>
          <a:ln w="12700">
            <a:solidFill>
              <a:srgbClr val="1E293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69280" y="1389888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59E0B"/>
                </a:solidFill>
              </a:rPr>
              <a:t>Legal note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5669280" y="1783080"/>
            <a:ext cx="283464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E2E8F0"/>
                </a:solidFill>
              </a:rPr>
              <a:t>Deploy only on networks you own or are authorized to use. Check your cloud provider’s policy and privacy rules (GDPR, CCPA).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74904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</a:rPr>
              <a:t>Learn modules cover concepts, architecture, implementation, and challenges (Telnet/SMTP, VPS deploy, ML anomaly detection).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Hive: Honeypot Network</dc:title>
  <dc:subject>PptxGenJS Presentation</dc:subject>
  <dc:creator>PptxGenJS</dc:creator>
  <cp:lastModifiedBy>PptxGenJS</cp:lastModifiedBy>
  <cp:revision>1</cp:revision>
  <dcterms:created xsi:type="dcterms:W3CDTF">2026-10-29T15:48:14Z</dcterms:created>
  <dcterms:modified xsi:type="dcterms:W3CDTF">2026-10-29T15:48:14Z</dcterms:modified>
</cp:coreProperties>
</file>